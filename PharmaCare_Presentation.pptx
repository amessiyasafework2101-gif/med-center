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  <Relationship Id="rId2" Type="http://schemas.openxmlformats.org/package/2006/relationships/metadata/core-properties" Target="docProps/core.xml"/>
  <Relationship Id="rId3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</p:presentation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</Relationships>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Title and Content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200" b="1"/>
              <a:t>PharmaCare</a:t>
            </a:r>
          </a:p>
          <a:p>
            <a:r>
              <a:rPr lang="en-US" sz="1600">
                <a:solidFill>
                  <a:srgbClr val="0D9488"/>
                </a:solidFill>
              </a:rPr>
              <a:t>Secure Pharmacy Management Platform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114800"/>
          </a:xfrm>
        </p:spPr>
        <p:txBody>
          <a:bodyPr/>
          <a:lstStyle/>
          <a:p>
            <a:pPr lvl="0">
              <a:buChar char="•"/>
            </a:pPr>
            <a:r>
              <a:rPr lang="en-US" sz="1800"/>
              <a:t>Multi-role SaaS for patients, pharmacies, and administrators</a:t>
            </a:r>
          </a:p>
          <a:p>
            <a:pPr lvl="0">
              <a:buChar char="•"/>
            </a:pPr>
            <a:r>
              <a:rPr lang="en-US" sz="1800"/>
              <a:t>Vanilla HTML, CSS and JavaScript</a:t>
            </a:r>
          </a:p>
          <a:p>
            <a:pPr lvl="0">
              <a:buChar char="•"/>
            </a:pPr>
            <a:r>
              <a:rPr lang="en-US" sz="1800"/>
              <a:t>Firebase Auth + Firestore + Cloudinary</a:t>
            </a:r>
          </a:p>
        </p:txBody>
      </p:sp>
      <p:sp>
        <p:nvSpPr>
          <p:cNvPr id="4" name="Footer"/>
          <p:cNvSpPr txBox="1"/>
          <p:nvPr/>
        </p:nvSpPr>
        <p:spPr/>
        <p:txBody>
          <a:bodyPr/>
          <a:lstStyle/>
          <a:p>
            <a:r>
              <a:rPr lang="en-US" sz="1100"/>
              <a:t>Project Overview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200" b="1"/>
              <a:t>The Problem</a:t>
            </a:r>
          </a:p>
          <a:p>
            <a:r>
              <a:rPr lang="en-US" sz="1600">
                <a:solidFill>
                  <a:srgbClr val="0D9488"/>
                </a:solidFill>
              </a:rPr>
              <a:t>Why PharmaCare?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114800"/>
          </a:xfrm>
        </p:spPr>
        <p:txBody>
          <a:bodyPr/>
          <a:lstStyle/>
          <a:p>
            <a:pPr lvl="0">
              <a:buChar char="•"/>
            </a:pPr>
            <a:r>
              <a:rPr lang="en-US" sz="1800"/>
              <a:t>Patients need trusted doctor result submission and safe ordering</a:t>
            </a:r>
          </a:p>
          <a:p>
            <a:pPr lvl="0">
              <a:buChar char="•"/>
            </a:pPr>
            <a:r>
              <a:rPr lang="en-US" sz="1800"/>
              <a:t>Pharmacies must verify licenses, staff, and prescriptions</a:t>
            </a:r>
          </a:p>
          <a:p>
            <a:pPr lvl="0">
              <a:buChar char="•"/>
            </a:pPr>
            <a:r>
              <a:rPr lang="en-US" sz="1800"/>
              <a:t>Paper workflows are slow and hard to audit</a:t>
            </a:r>
          </a:p>
          <a:p>
            <a:pPr lvl="0">
              <a:buChar char="•"/>
            </a:pPr>
            <a:r>
              <a:rPr lang="en-US" sz="1800"/>
              <a:t>PharmaCare digitizes approval and verification</a:t>
            </a:r>
          </a:p>
        </p:txBody>
      </p:sp>
      <p:sp>
        <p:nvSpPr>
          <p:cNvPr id="4" name="Footer"/>
          <p:cNvSpPr txBox="1"/>
          <p:nvPr/>
        </p:nvSpPr>
        <p:spPr/>
        <p:txBody>
          <a:bodyPr/>
          <a:lstStyle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200" b="1"/>
              <a:t>Four User Roles</a:t>
            </a:r>
          </a:p>
          <a:p>
            <a:r>
              <a:rPr lang="en-US" sz="1600">
                <a:solidFill>
                  <a:srgbClr val="0D9488"/>
                </a:solidFill>
              </a:rPr>
              <a:t>Role-based secure portals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114800"/>
          </a:xfrm>
        </p:spPr>
        <p:txBody>
          <a:bodyPr/>
          <a:lstStyle/>
          <a:p>
            <a:pPr lvl="0">
              <a:buChar char="•"/>
            </a:pPr>
            <a:r>
              <a:rPr lang="en-US" sz="1800"/>
              <a:t>Patient - submit results, recommendations, order medicines</a:t>
            </a:r>
          </a:p>
          <a:p>
            <a:pPr lvl="0">
              <a:buChar char="•"/>
            </a:pPr>
            <a:r>
              <a:rPr lang="en-US" sz="1800"/>
              <a:t>Pharmacy Owner - register, approve pharmacists, inventory</a:t>
            </a:r>
          </a:p>
          <a:p>
            <a:pPr lvl="0">
              <a:buChar char="•"/>
            </a:pPr>
            <a:r>
              <a:rPr lang="en-US" sz="1800"/>
              <a:t>Pharmacist - verify papers, payments, POS sales</a:t>
            </a:r>
          </a:p>
          <a:p>
            <a:pPr lvl="0">
              <a:buChar char="•"/>
            </a:pPr>
            <a:r>
              <a:rPr lang="en-US" sz="1800"/>
              <a:t>Platform Admin - approve pharmacy licenses</a:t>
            </a:r>
          </a:p>
        </p:txBody>
      </p:sp>
      <p:sp>
        <p:nvSpPr>
          <p:cNvPr id="4" name="Footer"/>
          <p:cNvSpPr txBox="1"/>
          <p:nvPr/>
        </p:nvSpPr>
        <p:spPr/>
        <p:txBody>
          <a:bodyPr/>
          <a:lstStyle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200" b="1"/>
              <a:t>Registration and Approval</a:t>
            </a:r>
          </a:p>
          <a:p>
            <a:r>
              <a:rPr lang="en-US" sz="1600">
                <a:solidFill>
                  <a:srgbClr val="0D9488"/>
                </a:solidFill>
              </a:rPr>
              <a:t>Trust at every step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114800"/>
          </a:xfrm>
        </p:spPr>
        <p:txBody>
          <a:bodyPr/>
          <a:lstStyle/>
          <a:p>
            <a:pPr lvl="0">
              <a:buChar char="•"/>
            </a:pPr>
            <a:r>
              <a:rPr lang="en-US" sz="1800"/>
              <a:t>Owner registers and uploads license - admin approves</a:t>
            </a:r>
          </a:p>
          <a:p>
            <a:pPr lvl="0">
              <a:buChar char="•"/>
            </a:pPr>
            <a:r>
              <a:rPr lang="en-US" sz="1800"/>
              <a:t>Pharmacist applies to approved pharmacy - owner approves CV</a:t>
            </a:r>
          </a:p>
          <a:p>
            <a:pPr lvl="0">
              <a:buChar char="•"/>
            </a:pPr>
            <a:r>
              <a:rPr lang="en-US" sz="1800"/>
              <a:t>Patient submits doctor result paper</a:t>
            </a:r>
          </a:p>
          <a:p>
            <a:pPr lvl="0">
              <a:buChar char="•"/>
            </a:pPr>
            <a:r>
              <a:rPr lang="en-US" sz="1800"/>
              <a:t>Pharmacist verifies - patient may order</a:t>
            </a:r>
          </a:p>
        </p:txBody>
      </p:sp>
      <p:sp>
        <p:nvSpPr>
          <p:cNvPr id="4" name="Footer"/>
          <p:cNvSpPr txBox="1"/>
          <p:nvPr/>
        </p:nvSpPr>
        <p:spPr/>
        <p:txBody>
          <a:bodyPr/>
          <a:lstStyle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200" b="1"/>
              <a:t>Key Features</a:t>
            </a:r>
          </a:p>
          <a:p>
            <a:r>
              <a:rPr lang="en-US" sz="1600">
                <a:solidFill>
                  <a:srgbClr val="0D9488"/>
                </a:solidFill>
              </a:rPr>
              <a:t>Built for real operations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114800"/>
          </a:xfrm>
        </p:spPr>
        <p:txBody>
          <a:bodyPr/>
          <a:lstStyle/>
          <a:p>
            <a:pPr lvl="0">
              <a:buChar char="•"/>
            </a:pPr>
            <a:r>
              <a:rPr lang="en-US" sz="1800"/>
              <a:t>Dr. Aklilu AI assistant for dosing guidance</a:t>
            </a:r>
          </a:p>
          <a:p>
            <a:pPr lvl="0">
              <a:buChar char="•"/>
            </a:pPr>
            <a:r>
              <a:rPr lang="en-US" sz="1800"/>
              <a:t>External payment with proof upload</a:t>
            </a:r>
          </a:p>
          <a:p>
            <a:pPr lvl="0">
              <a:buChar char="•"/>
            </a:pPr>
            <a:r>
              <a:rPr lang="en-US" sz="1800"/>
              <a:t>Pharmacy bill after order approval</a:t>
            </a:r>
          </a:p>
          <a:p>
            <a:pPr lvl="0">
              <a:buChar char="•"/>
            </a:pPr>
            <a:r>
              <a:rPr lang="en-US" sz="1800"/>
              <a:t>Inventory, POS, orders dashboard, dark mode</a:t>
            </a:r>
          </a:p>
        </p:txBody>
      </p:sp>
      <p:sp>
        <p:nvSpPr>
          <p:cNvPr id="4" name="Footer"/>
          <p:cNvSpPr txBox="1"/>
          <p:nvPr/>
        </p:nvSpPr>
        <p:spPr/>
        <p:txBody>
          <a:bodyPr/>
          <a:lstStyle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200" b="1"/>
              <a:t>Technology Stack</a:t>
            </a:r>
          </a:p>
          <a:p>
            <a:r>
              <a:rPr lang="en-US" sz="1600">
                <a:solidFill>
                  <a:srgbClr val="0D9488"/>
                </a:solidFill>
              </a:rPr>
              <a:t>Modern lightweight architecture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114800"/>
          </a:xfrm>
        </p:spPr>
        <p:txBody>
          <a:bodyPr/>
          <a:lstStyle/>
          <a:p>
            <a:pPr lvl="0">
              <a:buChar char="•"/>
            </a:pPr>
            <a:r>
              <a:rPr lang="en-US" sz="1800"/>
              <a:t>Frontend: HTML5, Tailwind CSS, Lucide icons</a:t>
            </a:r>
          </a:p>
          <a:p>
            <a:pPr lvl="0">
              <a:buChar char="•"/>
            </a:pPr>
            <a:r>
              <a:rPr lang="en-US" sz="1800"/>
              <a:t>Firebase Authentication and Firestore</a:t>
            </a:r>
          </a:p>
          <a:p>
            <a:pPr lvl="0">
              <a:buChar char="•"/>
            </a:pPr>
            <a:r>
              <a:rPr lang="en-US" sz="1800"/>
              <a:t>Cloudinary for licenses, CVs, results, payments</a:t>
            </a:r>
          </a:p>
          <a:p>
            <a:pPr lvl="0">
              <a:buChar char="•"/>
            </a:pPr>
            <a:r>
              <a:rPr lang="en-US" sz="1800"/>
              <a:t>localStorage + Firestore sync; role-matched login</a:t>
            </a:r>
          </a:p>
        </p:txBody>
      </p:sp>
      <p:sp>
        <p:nvSpPr>
          <p:cNvPr id="4" name="Footer"/>
          <p:cNvSpPr txBox="1"/>
          <p:nvPr/>
        </p:nvSpPr>
        <p:spPr/>
        <p:txBody>
          <a:bodyPr/>
          <a:lstStyle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200" b="1"/>
              <a:t>Summary and Uses</a:t>
            </a:r>
          </a:p>
          <a:p>
            <a:r>
              <a:rPr lang="en-US" sz="1600">
                <a:solidFill>
                  <a:srgbClr val="0D9488"/>
                </a:solidFill>
              </a:rPr>
              <a:t>PharmaCare in practice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114800"/>
          </a:xfrm>
        </p:spPr>
        <p:txBody>
          <a:bodyPr/>
          <a:lstStyle/>
          <a:p>
            <a:pPr lvl="0">
              <a:buChar char="•"/>
            </a:pPr>
            <a:r>
              <a:rPr lang="en-US" sz="1800"/>
              <a:t>Community pharmacies digitizing verification</a:t>
            </a:r>
          </a:p>
          <a:p>
            <a:pPr lvl="0">
              <a:buChar char="•"/>
            </a:pPr>
            <a:r>
              <a:rPr lang="en-US" sz="1800"/>
              <a:t>Patients ordering after verified doctor results</a:t>
            </a:r>
          </a:p>
          <a:p>
            <a:pPr lvl="0">
              <a:buChar char="•"/>
            </a:pPr>
            <a:r>
              <a:rPr lang="en-US" sz="1800"/>
              <a:t>Admins governing via license approval</a:t>
            </a:r>
          </a:p>
          <a:p>
            <a:pPr lvl="0">
              <a:buChar char="•"/>
            </a:pPr>
            <a:r>
              <a:rPr lang="en-US" sz="1800"/>
              <a:t>Foundation for telepharmacy and mobile apps</a:t>
            </a:r>
          </a:p>
        </p:txBody>
      </p:sp>
      <p:sp>
        <p:nvSpPr>
          <p:cNvPr id="4" name="Footer"/>
          <p:cNvSpPr txBox="1"/>
          <p:nvPr/>
        </p:nvSpPr>
        <p:spPr/>
        <p:txBody>
          <a:bodyPr/>
          <a:lstStyle/>
          <a:p>
            <a:r>
              <a:rPr lang="en-US" sz="1100"/>
              <a:t>Thank you | PharmaCare Team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PharmaCare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PharmaCare Presentation</dc:title>
  <dc:creator>PharmaCare</dc:creator>
</cp:coreProperties>
</file>